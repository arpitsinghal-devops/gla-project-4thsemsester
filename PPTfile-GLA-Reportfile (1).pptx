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43DBF1-3F99-4FE5-A704-36E9C6260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DFC833-44E4-4D75-B3F1-9DE86D4022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944A0DB-A49B-42C7-B4F8-C5CC2A39E3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38D41FE-BCB0-4D87-A119-0CDF506AC2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268A48C-2D2F-4677-B003-C1AADE0C1F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407A8AE-0750-4D33-8A42-9B13A39CD8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1A300F6-CD7E-4E07-A9F8-B7B1C8C55B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605133A-5528-471B-9883-4AF0BF3A86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83645D6-792C-47CE-A22E-DAC066B348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AD00748-B192-43C5-B1A0-04C27CF502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8C71830-D613-4D97-9998-B2521F1538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42967A-A024-4FB9-AEA7-5BC8FCAE99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63ED21-CDF3-459B-AF6C-32D0CD2814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98E7BD-BBA9-46FA-AA26-ADD41E5635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553204-CD88-463E-8FD7-32A70F31A5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79686BC-1167-44E1-B6F7-7144F6CD82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33DC3D-5A42-4215-B577-2BBB46241E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211FB0-2429-473F-A574-9148E47053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D64DFD-D714-4625-A8C3-9FC71D633F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7E6EF8F-E857-40F1-BFA9-D1D04E1BC9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F4ED75-9DCB-4E9C-9BBD-8B8903EAAF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710F81-E569-49D4-8F8D-B9D5DDE964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14364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4"/>
          <p:cNvSpPr/>
          <p:nvPr/>
        </p:nvSpPr>
        <p:spPr>
          <a:xfrm>
            <a:off x="2116080" y="731520"/>
            <a:ext cx="5117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CyberQ Shield (CNAPP FEATURES)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Rounded Rectangle 6"/>
          <p:cNvSpPr/>
          <p:nvPr/>
        </p:nvSpPr>
        <p:spPr>
          <a:xfrm>
            <a:off x="822960" y="3006720"/>
            <a:ext cx="755856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Name:                                                                      Presented to:</a:t>
            </a: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  <a:p>
            <a:pPr algn="ctr"/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Arpit Singhal                                               Mr. Sachendra Singh Chauhan</a:t>
            </a: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  <a:p>
            <a:pPr algn="ctr"/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Rollno: 2484200037                                                                                       </a:t>
            </a: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TextBox 8"/>
          <p:cNvSpPr/>
          <p:nvPr/>
        </p:nvSpPr>
        <p:spPr>
          <a:xfrm>
            <a:off x="2009160" y="6327720"/>
            <a:ext cx="2381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2"/>
          <p:cNvSpPr/>
          <p:nvPr/>
        </p:nvSpPr>
        <p:spPr>
          <a:xfrm>
            <a:off x="0" y="0"/>
            <a:ext cx="914364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1"/>
          <p:cNvSpPr/>
          <p:nvPr/>
        </p:nvSpPr>
        <p:spPr>
          <a:xfrm>
            <a:off x="3259800" y="731520"/>
            <a:ext cx="2257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CyberQ Shield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2611080" y="1371600"/>
            <a:ext cx="374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CNAPP Based Cloud Security Platform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ounded Rectangle 1"/>
          <p:cNvSpPr/>
          <p:nvPr/>
        </p:nvSpPr>
        <p:spPr>
          <a:xfrm>
            <a:off x="1434960" y="1818720"/>
            <a:ext cx="755856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2178360" y="2286000"/>
            <a:ext cx="546912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Cloud-Native Application Protection Platform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Automated DevSecOps workflow implementation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Developed during MCA Internship Project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Focused on Security, Automation &amp; Monitoring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6"/>
          <p:cNvSpPr/>
          <p:nvPr/>
        </p:nvSpPr>
        <p:spPr>
          <a:xfrm>
            <a:off x="2009160" y="6327720"/>
            <a:ext cx="2381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914364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2867400" y="731520"/>
            <a:ext cx="3042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Problem Statement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2620440" y="1371600"/>
            <a:ext cx="371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Challenges in Traditional Deployment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ounded Rectangle 6"/>
          <p:cNvSpPr/>
          <p:nvPr/>
        </p:nvSpPr>
        <p:spPr>
          <a:xfrm>
            <a:off x="1384200" y="1848240"/>
            <a:ext cx="744192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7"/>
          <p:cNvSpPr/>
          <p:nvPr/>
        </p:nvSpPr>
        <p:spPr>
          <a:xfrm>
            <a:off x="2430720" y="2286000"/>
            <a:ext cx="496440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No automated vulnerability scanning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Manual infrastructure provisioning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Limited monitoring and logging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Security and compliance gaps in deployment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9"/>
          <p:cNvSpPr/>
          <p:nvPr/>
        </p:nvSpPr>
        <p:spPr>
          <a:xfrm>
            <a:off x="11261520" y="6309360"/>
            <a:ext cx="244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920736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2966400" y="731520"/>
            <a:ext cx="2844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Project Objectives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3184920" y="1371600"/>
            <a:ext cx="2590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Main Goals of the Project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ounded Rectangle 6"/>
          <p:cNvSpPr/>
          <p:nvPr/>
        </p:nvSpPr>
        <p:spPr>
          <a:xfrm>
            <a:off x="1684800" y="1848240"/>
            <a:ext cx="723852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2273760" y="2286000"/>
            <a:ext cx="470232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Implement automated CI/CD pipeline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Deploy applications on Kubernetes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Integrate security scanning with Trivy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Enable monitoring and centralized logging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11261520" y="6309360"/>
            <a:ext cx="244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914364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3038040" y="731520"/>
            <a:ext cx="2701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Technology Stack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3138480" y="1371600"/>
            <a:ext cx="268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Tools &amp; Technologies Used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ounded Rectangle 6"/>
          <p:cNvSpPr/>
          <p:nvPr/>
        </p:nvSpPr>
        <p:spPr>
          <a:xfrm>
            <a:off x="1638360" y="1920240"/>
            <a:ext cx="706068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2270880" y="2286000"/>
            <a:ext cx="478008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AWS &amp; Terraform for Infrastructure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Docker &amp; Kubernetes for Containers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Jenkins &amp; GitLab for CI/CD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Prometheus, Grafana &amp; ELK for Monitoring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11261520" y="6309360"/>
            <a:ext cx="244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914364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2718000" y="731520"/>
            <a:ext cx="3341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DevSecOps Workflow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3456360" y="1371600"/>
            <a:ext cx="2047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CI/CD Pipeline Flow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6"/>
          <p:cNvSpPr/>
          <p:nvPr/>
        </p:nvSpPr>
        <p:spPr>
          <a:xfrm>
            <a:off x="1726920" y="1920240"/>
            <a:ext cx="695952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2461320" y="2286000"/>
            <a:ext cx="389484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Developer pushes code to GitLab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Jenkins triggers build &amp; testing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Docker image scanned using Trivy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Deployment to Kubernetes cluster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1742400" y="6327720"/>
            <a:ext cx="2914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11261520" y="6309360"/>
            <a:ext cx="244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914364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2666880" y="731520"/>
            <a:ext cx="3443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Monitoring &amp; Security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3132360" y="1371600"/>
            <a:ext cx="2695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Observability &amp; Protection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ounded Rectangle 6"/>
          <p:cNvSpPr/>
          <p:nvPr/>
        </p:nvSpPr>
        <p:spPr>
          <a:xfrm>
            <a:off x="1803240" y="1920240"/>
            <a:ext cx="713700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2269440" y="2286000"/>
            <a:ext cx="521460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Prometheus collects application metrics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Grafana visualizes system performance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ELK Stack manages centralized logs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Trivy detects vulnerabilities before deployment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1746360" y="6327720"/>
            <a:ext cx="29070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11261520" y="6309360"/>
            <a:ext cx="244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914364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2523600" y="731520"/>
            <a:ext cx="3729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Results &amp; Achievements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3547080" y="1371600"/>
            <a:ext cx="186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Project Outcomes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ounded Rectangle 6"/>
          <p:cNvSpPr/>
          <p:nvPr/>
        </p:nvSpPr>
        <p:spPr>
          <a:xfrm>
            <a:off x="1587240" y="1920240"/>
            <a:ext cx="714996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2004480" y="2286000"/>
            <a:ext cx="552852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20/20 test cases passed successfully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100% deployment success rate achieved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Improved scalability and monitoring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Implemented production-ready DevSecOps model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11261520" y="6309360"/>
            <a:ext cx="244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9143640" cy="365040"/>
          </a:xfrm>
          <a:prstGeom prst="rect">
            <a:avLst/>
          </a:prstGeom>
          <a:solidFill>
            <a:srgbClr val="00b4ff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3495960" y="731520"/>
            <a:ext cx="1785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Conclusion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3684960" y="1371600"/>
            <a:ext cx="1590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b4ff"/>
                </a:solidFill>
                <a:latin typeface="Calibri"/>
              </a:rPr>
              <a:t>Final Summary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ounded Rectangle 6"/>
          <p:cNvSpPr/>
          <p:nvPr/>
        </p:nvSpPr>
        <p:spPr>
          <a:xfrm>
            <a:off x="1650960" y="1920240"/>
            <a:ext cx="7111440" cy="319968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>
            <a:solidFill>
              <a:srgbClr val="00b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2061720" y="2214000"/>
            <a:ext cx="476640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Secure and scalable cloud-native solution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Integrated DevOps + Security + Monitoring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Production-ready Kubernetes deployment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dce6f0"/>
                </a:solidFill>
                <a:latin typeface="Calibri"/>
              </a:rPr>
              <a:t>Successful MCA Internship Project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11261520" y="6309360"/>
            <a:ext cx="244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2026-05-12T12:12:06Z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