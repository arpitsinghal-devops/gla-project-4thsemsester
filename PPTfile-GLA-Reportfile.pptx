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4D8ABF-B4C0-4370-8522-32E921DF0F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0C427F-A2E0-4045-BFB8-DD2AC9D460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7E9E342-8C90-4323-92BC-A12F532065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93B905-898B-4178-8424-988046CD70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BB14F94-CBE3-4ACA-9AAC-20702518D4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C244E15-43CB-4F5D-8148-4802714CDD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37CECA4-199D-49C0-996D-AFD7E9BAF7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4B40EBA-546F-4DE1-A4DE-30213311A1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F8F24C4-776E-40A0-B77E-2DA09B7F58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4ECC6DE-E07A-4363-AFFD-DE40E14CE9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1A4D5DC-D891-4380-A529-744170F549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52FD0D-3316-4275-89A4-8C5F5D1D56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2BD782-A0B5-49C6-981F-0401E6AC10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A249B5-68D2-4E7A-80AB-ECE7D264556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2FFC8C-65AF-4FC1-881F-A83EB58D93C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CF0825-D5B9-4B1A-A0F6-AE53FC6E72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B7A060-7687-4410-B001-EAC9E0EC0D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16007C-496D-4134-AF4A-C7D7E334B1C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3D7141-407F-49B9-9D74-082388F296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20546D-7A31-47E3-95AE-0680769966B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728A39-0872-43EC-9279-E49C21CB1E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0B3F4C-E329-49AD-9094-A6C8DEAAD7A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9144000" cy="36540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3259800" y="731520"/>
            <a:ext cx="2258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CyberQ Shield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2611080" y="1371600"/>
            <a:ext cx="3741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CNAPP Based Cloud Security Platform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ounded Rectangle 6"/>
          <p:cNvSpPr/>
          <p:nvPr/>
        </p:nvSpPr>
        <p:spPr>
          <a:xfrm>
            <a:off x="1434960" y="1818720"/>
            <a:ext cx="7558920" cy="320004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2178360" y="2286000"/>
            <a:ext cx="546948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Cloud-Native Application Protection Platform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Automated DevSecOps workflow implementation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Developed during MCA Internship Project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Focused on Security, Automation &amp; Monitoring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2009160" y="6327720"/>
            <a:ext cx="2381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9144000" cy="36540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2867400" y="731520"/>
            <a:ext cx="3043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Problem Statement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2620440" y="1371600"/>
            <a:ext cx="3719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Challenges in Traditional Deployment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ounded Rectangle 6"/>
          <p:cNvSpPr/>
          <p:nvPr/>
        </p:nvSpPr>
        <p:spPr>
          <a:xfrm>
            <a:off x="1384200" y="1848240"/>
            <a:ext cx="7442280" cy="320004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2430720" y="2286000"/>
            <a:ext cx="496476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No automated vulnerability scanning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Manual infrastructure provisioning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Limited monitoring and logging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Security and compliance gaps in deployment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11261520" y="630936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9207720" cy="36540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2966400" y="731520"/>
            <a:ext cx="2845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Project Objectives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3184920" y="1371600"/>
            <a:ext cx="2590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Main Goals of the Project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ounded Rectangle 6"/>
          <p:cNvSpPr/>
          <p:nvPr/>
        </p:nvSpPr>
        <p:spPr>
          <a:xfrm>
            <a:off x="1684800" y="1848240"/>
            <a:ext cx="7238880" cy="320004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2273760" y="2286000"/>
            <a:ext cx="470268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Implement automated CI/CD pipeline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Deploy applications on Kubernetes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Integrate security scanning with Trivy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Enable monitoring and centralized logging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11261520" y="630936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9144000" cy="36540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3038040" y="731520"/>
            <a:ext cx="2701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Technology Stack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3138480" y="1371600"/>
            <a:ext cx="2683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Tools &amp; Technologies Used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ounded Rectangle 6"/>
          <p:cNvSpPr/>
          <p:nvPr/>
        </p:nvSpPr>
        <p:spPr>
          <a:xfrm>
            <a:off x="1638360" y="1920240"/>
            <a:ext cx="7061040" cy="320004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2270880" y="2286000"/>
            <a:ext cx="478044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AWS &amp; Terraform for Infrastructure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Docker &amp; Kubernetes for Containers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Jenkins &amp; GitLab for CI/CD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Prometheus, Grafana &amp; ELK for Monitoring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9"/>
          <p:cNvSpPr/>
          <p:nvPr/>
        </p:nvSpPr>
        <p:spPr>
          <a:xfrm>
            <a:off x="11261520" y="630936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9144000" cy="36540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2718000" y="731520"/>
            <a:ext cx="3341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DevSecOps Workflow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3456360" y="1371600"/>
            <a:ext cx="2048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CI/CD Pipeline Flow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ounded Rectangle 6"/>
          <p:cNvSpPr/>
          <p:nvPr/>
        </p:nvSpPr>
        <p:spPr>
          <a:xfrm>
            <a:off x="1726920" y="1920240"/>
            <a:ext cx="6959880" cy="320004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2461320" y="2286000"/>
            <a:ext cx="389520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Developer pushes code to GitLab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Jenkins triggers build &amp; testing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Docker image scanned using Trivy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Deployment to Kubernetes cluster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1742400" y="6327720"/>
            <a:ext cx="29152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11261520" y="630936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9144000" cy="36540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2666880" y="731520"/>
            <a:ext cx="3444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Monitoring &amp; Security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3132360" y="1371600"/>
            <a:ext cx="269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Observability &amp; Protection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ounded Rectangle 6"/>
          <p:cNvSpPr/>
          <p:nvPr/>
        </p:nvSpPr>
        <p:spPr>
          <a:xfrm>
            <a:off x="1803240" y="1920240"/>
            <a:ext cx="7137360" cy="320004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2269440" y="2286000"/>
            <a:ext cx="521496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Prometheus collects application metrics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Grafana visualizes system performance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ELK Stack manages centralized logs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Trivy detects vulnerabilities before deployment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1746360" y="6327720"/>
            <a:ext cx="2907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11261520" y="630936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9144000" cy="36540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2523600" y="731520"/>
            <a:ext cx="3730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Results &amp; Achievements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3547080" y="1371600"/>
            <a:ext cx="1866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Project Outcomes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Rounded Rectangle 6"/>
          <p:cNvSpPr/>
          <p:nvPr/>
        </p:nvSpPr>
        <p:spPr>
          <a:xfrm>
            <a:off x="1587240" y="1920240"/>
            <a:ext cx="7150320" cy="320004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7"/>
          <p:cNvSpPr/>
          <p:nvPr/>
        </p:nvSpPr>
        <p:spPr>
          <a:xfrm>
            <a:off x="2004480" y="2286000"/>
            <a:ext cx="552888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20/20 test cases passed successfully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100% deployment success rate achieved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Improved scalability and monitoring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Implemented production-ready DevSecOps model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11261520" y="630936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9144000" cy="36540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3495960" y="731520"/>
            <a:ext cx="1785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Conclusion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5"/>
          <p:cNvSpPr/>
          <p:nvPr/>
        </p:nvSpPr>
        <p:spPr>
          <a:xfrm>
            <a:off x="3684960" y="1371600"/>
            <a:ext cx="1590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Final Summary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Rounded Rectangle 6"/>
          <p:cNvSpPr/>
          <p:nvPr/>
        </p:nvSpPr>
        <p:spPr>
          <a:xfrm>
            <a:off x="1650960" y="1920240"/>
            <a:ext cx="7111800" cy="320004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2061720" y="2214000"/>
            <a:ext cx="476676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Secure and scalable cloud-native solution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Integrated DevOps + Security + Monitoring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Production-ready Kubernetes deployment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Successful MCA Internship Project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Box 9"/>
          <p:cNvSpPr/>
          <p:nvPr/>
        </p:nvSpPr>
        <p:spPr>
          <a:xfrm>
            <a:off x="11261520" y="630936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2026-05-11T23:49:08Z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